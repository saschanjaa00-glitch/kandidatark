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notesMasterIdLst>
    <p:notesMasterId r:id="rId20"/>
  </p:notesMasterIdLst>
  <p:handoutMasterIdLst>
    <p:handoutMasterId r:id="rId21"/>
  </p:handoutMasterIdLst>
  <p:sldIdLst>
    <p:sldId id="257" r:id="rId5"/>
    <p:sldId id="258" r:id="rId6"/>
    <p:sldId id="285" r:id="rId7"/>
    <p:sldId id="280" r:id="rId8"/>
    <p:sldId id="288" r:id="rId9"/>
    <p:sldId id="292" r:id="rId10"/>
    <p:sldId id="289" r:id="rId11"/>
    <p:sldId id="260" r:id="rId12"/>
    <p:sldId id="272" r:id="rId13"/>
    <p:sldId id="262" r:id="rId14"/>
    <p:sldId id="277" r:id="rId15"/>
    <p:sldId id="276" r:id="rId16"/>
    <p:sldId id="290" r:id="rId17"/>
    <p:sldId id="268" r:id="rId18"/>
    <p:sldId id="269" r:id="rId19"/>
  </p:sldIdLst>
  <p:sldSz cx="12192000" cy="6858000"/>
  <p:notesSz cx="7010400" cy="9296400"/>
  <p:defaultTextStyle>
    <a:defPPr rtl="0"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overskrift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Plassholder for dato 2"/>
          <p:cNvSpPr>
            <a:spLocks noGrp="1"/>
          </p:cNvSpPr>
          <p:nvPr>
            <p:ph type="dt" sz="quarter" idx="1"/>
          </p:nvPr>
        </p:nvSpPr>
        <p:spPr>
          <a:xfrm>
            <a:off x="3970938" y="1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0B6D8C6-2B99-42D2-8622-C8161C8E276C}" type="datetime1">
              <a:rPr lang="nb-NO" smtClean="0"/>
              <a:t>04.03.2026</a:t>
            </a:fld>
            <a:endParaRPr lang="en-US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3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441A4DA-DCF5-4ABF-9D69-7E96548FB3FF}" type="datetime1">
              <a:rPr lang="nb-NO" smtClean="0"/>
              <a:t>04.03.2026</a:t>
            </a:fld>
            <a:endParaRPr lang="en-US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701041" y="4473892"/>
            <a:ext cx="5608320" cy="366045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nb-no"/>
              <a:t>Klikk for å redigere tekststiler i malen</a:t>
            </a:r>
            <a:endParaRPr lang="en-US"/>
          </a:p>
          <a:p>
            <a:pPr lvl="1" rtl="0"/>
            <a:r>
              <a:rPr lang="nb-no"/>
              <a:t>Andre nivå</a:t>
            </a:r>
          </a:p>
          <a:p>
            <a:pPr lvl="2" rtl="0"/>
            <a:r>
              <a:rPr lang="nb-no"/>
              <a:t>Tredje nivå</a:t>
            </a:r>
          </a:p>
          <a:p>
            <a:pPr lvl="3" rtl="0"/>
            <a:r>
              <a:rPr lang="nb-no"/>
              <a:t>Fjerde nivå</a:t>
            </a:r>
          </a:p>
          <a:p>
            <a:pPr lvl="4" rtl="0"/>
            <a:r>
              <a:rPr lang="nb-no"/>
              <a:t>Femte nivå</a:t>
            </a:r>
            <a:endParaRPr lang="en-US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04642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12682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81253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86483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8633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49783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el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nb-NO"/>
              <a:t>Klikk for å redigere undertittelstil i malen</a:t>
            </a:r>
            <a:endParaRPr lang="en-US"/>
          </a:p>
        </p:txBody>
      </p:sp>
      <p:cxnSp>
        <p:nvCxnSpPr>
          <p:cNvPr id="9" name="Rett linje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135DBA-6784-41E4-9DE5-E373329585D7}" type="datetime1">
              <a:rPr lang="nb-NO" smtClean="0"/>
              <a:t>04.03.2026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nb-NO"/>
              <a:t>Klikk for å redigere tekststiler i malen</a:t>
            </a:r>
          </a:p>
          <a:p>
            <a:pPr lvl="1" rtl="0"/>
            <a:r>
              <a:rPr lang="nb-NO"/>
              <a:t>Andre nivå</a:t>
            </a:r>
          </a:p>
          <a:p>
            <a:pPr lvl="2" rtl="0"/>
            <a:r>
              <a:rPr lang="nb-NO"/>
              <a:t>Tredje nivå</a:t>
            </a:r>
          </a:p>
          <a:p>
            <a:pPr lvl="3" rtl="0"/>
            <a:r>
              <a:rPr lang="nb-NO"/>
              <a:t>Fjerde nivå</a:t>
            </a:r>
          </a:p>
          <a:p>
            <a:pPr lvl="4" rtl="0"/>
            <a:r>
              <a:rPr lang="nb-NO"/>
              <a:t>Femte nivå</a:t>
            </a:r>
            <a:endParaRPr lang="en-US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D35AA0B-C210-4C82-BB68-182B60DDE5F9}" type="datetime1">
              <a:rPr lang="nb-NO" smtClean="0"/>
              <a:t>04.03.2026</a:t>
            </a:fld>
            <a:endParaRPr lang="en-US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eloversk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el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nb-NO"/>
              <a:t>Klikk for å redigere tekststiler i malen</a:t>
            </a:r>
          </a:p>
        </p:txBody>
      </p:sp>
      <p:cxnSp>
        <p:nvCxnSpPr>
          <p:cNvPr id="9" name="Rett linje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FF4DB03-D28A-4DDB-A23B-95E87061B612}" type="datetime1">
              <a:rPr lang="nb-NO" smtClean="0"/>
              <a:t>04.03.2026</a:t>
            </a:fld>
            <a:endParaRPr lang="en-US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1" name="Plassholder for lysbildenumm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tel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nb-NO"/>
              <a:t>Klikk for å redigere tekststiler i malen</a:t>
            </a:r>
          </a:p>
          <a:p>
            <a:pPr lvl="1" rtl="0"/>
            <a:r>
              <a:rPr lang="nb-NO"/>
              <a:t>Andre nivå</a:t>
            </a:r>
          </a:p>
          <a:p>
            <a:pPr lvl="2" rtl="0"/>
            <a:r>
              <a:rPr lang="nb-NO"/>
              <a:t>Tredje nivå</a:t>
            </a:r>
          </a:p>
          <a:p>
            <a:pPr lvl="3" rtl="0"/>
            <a:r>
              <a:rPr lang="nb-NO"/>
              <a:t>Fjerde nivå</a:t>
            </a:r>
          </a:p>
          <a:p>
            <a:pPr lvl="4" rtl="0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nb-NO"/>
              <a:t>Klikk for å redigere tekststiler i malen</a:t>
            </a:r>
          </a:p>
          <a:p>
            <a:pPr lvl="1" rtl="0"/>
            <a:r>
              <a:rPr lang="nb-NO"/>
              <a:t>Andre nivå</a:t>
            </a:r>
          </a:p>
          <a:p>
            <a:pPr lvl="2" rtl="0"/>
            <a:r>
              <a:rPr lang="nb-NO"/>
              <a:t>Tredje nivå</a:t>
            </a:r>
          </a:p>
          <a:p>
            <a:pPr lvl="3" rtl="0"/>
            <a:r>
              <a:rPr lang="nb-NO"/>
              <a:t>Fjerde nivå</a:t>
            </a:r>
          </a:p>
          <a:p>
            <a:pPr lvl="4" rtl="0"/>
            <a:r>
              <a:rPr lang="nb-NO"/>
              <a:t>Femte nivå</a:t>
            </a:r>
            <a:endParaRPr lang="en-US"/>
          </a:p>
        </p:txBody>
      </p:sp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3CD4F8-E5D7-49C2-BCB2-987A69C9342F}" type="datetime1">
              <a:rPr lang="nb-NO" smtClean="0"/>
              <a:t>04.03.2026</a:t>
            </a:fld>
            <a:endParaRPr lang="en-US"/>
          </a:p>
        </p:txBody>
      </p:sp>
      <p:sp>
        <p:nvSpPr>
          <p:cNvPr id="9" name="Plassholder for bunntekst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0" name="Plassholder for lysbildenumm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tel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nb-NO"/>
              <a:t>Klikk for å redigere tekststiler i malen</a:t>
            </a:r>
          </a:p>
          <a:p>
            <a:pPr lvl="1" rtl="0"/>
            <a:r>
              <a:rPr lang="nb-NO"/>
              <a:t>Andre nivå</a:t>
            </a:r>
          </a:p>
          <a:p>
            <a:pPr lvl="2" rtl="0"/>
            <a:r>
              <a:rPr lang="nb-NO"/>
              <a:t>Tredje nivå</a:t>
            </a:r>
          </a:p>
          <a:p>
            <a:pPr lvl="3" rtl="0"/>
            <a:r>
              <a:rPr lang="nb-NO"/>
              <a:t>Fjerde nivå</a:t>
            </a:r>
          </a:p>
          <a:p>
            <a:pPr lvl="4" rtl="0"/>
            <a:r>
              <a:rPr lang="nb-NO"/>
              <a:t>Femte nivå</a:t>
            </a:r>
            <a:endParaRPr lang="en-US"/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nb-NO"/>
              <a:t>Klikk for å redigere tekststiler i malen</a:t>
            </a:r>
          </a:p>
          <a:p>
            <a:pPr lvl="1" rtl="0"/>
            <a:r>
              <a:rPr lang="nb-NO"/>
              <a:t>Andre nivå</a:t>
            </a:r>
          </a:p>
          <a:p>
            <a:pPr lvl="2" rtl="0"/>
            <a:r>
              <a:rPr lang="nb-NO"/>
              <a:t>Tredje nivå</a:t>
            </a:r>
          </a:p>
          <a:p>
            <a:pPr lvl="3" rtl="0"/>
            <a:r>
              <a:rPr lang="nb-NO"/>
              <a:t>Fjerde nivå</a:t>
            </a:r>
          </a:p>
          <a:p>
            <a:pPr lvl="4" rtl="0"/>
            <a:r>
              <a:rPr lang="nb-NO"/>
              <a:t>Femte nivå</a:t>
            </a:r>
            <a:endParaRPr lang="en-US"/>
          </a:p>
        </p:txBody>
      </p:sp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04168E1-7B60-4A3C-B641-F1B40738DA05}" type="datetime1">
              <a:rPr lang="nb-NO" smtClean="0"/>
              <a:t>04.03.2026</a:t>
            </a:fld>
            <a:endParaRPr lang="en-US"/>
          </a:p>
        </p:txBody>
      </p:sp>
      <p:sp>
        <p:nvSpPr>
          <p:cNvPr id="11" name="Plassholder for bunntekst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2" name="Plassholder for lysbildenumm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6" name="Plassholder for dato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CB67CAD-4939-4B50-9ED1-FFB30B03A153}" type="datetime1">
              <a:rPr lang="nb-NO" smtClean="0"/>
              <a:t>04.03.2026</a:t>
            </a:fld>
            <a:endParaRPr lang="en-US"/>
          </a:p>
        </p:txBody>
      </p:sp>
      <p:sp>
        <p:nvSpPr>
          <p:cNvPr id="7" name="Plassholder for bunntekst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8" name="Plassholder for lysbildenumm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el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45CAA28-B552-4B08-A63E-CD414D1CB2B6}" type="datetime1">
              <a:rPr lang="nb-NO" smtClean="0"/>
              <a:t>04.03.2026</a:t>
            </a:fld>
            <a:endParaRPr lang="en-US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nhold med bilde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nb-NO"/>
              <a:t>Klikk for å redigere tekststiler i malen</a:t>
            </a:r>
          </a:p>
          <a:p>
            <a:pPr lvl="1" rtl="0"/>
            <a:r>
              <a:rPr lang="nb-NO"/>
              <a:t>Andre nivå</a:t>
            </a:r>
          </a:p>
          <a:p>
            <a:pPr lvl="2" rtl="0"/>
            <a:r>
              <a:rPr lang="nb-NO"/>
              <a:t>Tredje nivå</a:t>
            </a:r>
          </a:p>
          <a:p>
            <a:pPr lvl="3" rtl="0"/>
            <a:r>
              <a:rPr lang="nb-NO"/>
              <a:t>Fjerde nivå</a:t>
            </a:r>
          </a:p>
          <a:p>
            <a:pPr lvl="4" rtl="0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E6793AFE-39A1-4B86-8C9E-948EB30E90F4}" type="datetime1">
              <a:rPr lang="nb-NO" smtClean="0"/>
              <a:t>04.03.2026</a:t>
            </a:fld>
            <a:endParaRPr lang="en-US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 rtl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e med bilde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lassholder for bilde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nb-NO"/>
              <a:t>Klikk på ikonet for å legge til et bilde</a:t>
            </a:r>
            <a:endParaRPr lang="en-US"/>
          </a:p>
        </p:txBody>
      </p:sp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3657EC9D-D9C2-48AD-A2EF-4A72297AECF1}" type="datetime1">
              <a:rPr lang="nb-NO" smtClean="0"/>
              <a:t>04.03.2026</a:t>
            </a:fld>
            <a:endParaRPr lang="en-US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tel og 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nb-NO"/>
              <a:t>Klikk for å redigere tekststiler i malen</a:t>
            </a:r>
          </a:p>
          <a:p>
            <a:pPr lvl="1" rtl="0"/>
            <a:r>
              <a:rPr lang="nb-NO"/>
              <a:t>Andre nivå</a:t>
            </a:r>
          </a:p>
          <a:p>
            <a:pPr lvl="2" rtl="0"/>
            <a:r>
              <a:rPr lang="nb-NO"/>
              <a:t>Tredje nivå</a:t>
            </a:r>
          </a:p>
          <a:p>
            <a:pPr lvl="3" rtl="0"/>
            <a:r>
              <a:rPr lang="nb-NO"/>
              <a:t>Fjerde nivå</a:t>
            </a:r>
          </a:p>
          <a:p>
            <a:pPr lvl="4" rtl="0"/>
            <a:r>
              <a:rPr lang="nb-NO"/>
              <a:t>Femte nivå</a:t>
            </a:r>
            <a:endParaRPr lang="en-US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52974B-BAAC-40C9-BBE3-7238828E1E47}" type="datetime1">
              <a:rPr lang="nb-NO" smtClean="0"/>
              <a:t>04.03.2026</a:t>
            </a:fld>
            <a:endParaRPr lang="en-US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ktangel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Loddrett tittel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nb-NO"/>
              <a:t>Klikk for å redigere tekststiler i malen</a:t>
            </a:r>
          </a:p>
          <a:p>
            <a:pPr lvl="1" rtl="0"/>
            <a:r>
              <a:rPr lang="nb-NO"/>
              <a:t>Andre nivå</a:t>
            </a:r>
          </a:p>
          <a:p>
            <a:pPr lvl="2" rtl="0"/>
            <a:r>
              <a:rPr lang="nb-NO"/>
              <a:t>Tredje nivå</a:t>
            </a:r>
          </a:p>
          <a:p>
            <a:pPr lvl="3" rtl="0"/>
            <a:r>
              <a:rPr lang="nb-NO"/>
              <a:t>Fjerde nivå</a:t>
            </a:r>
          </a:p>
          <a:p>
            <a:pPr lvl="4" rtl="0"/>
            <a:r>
              <a:rPr lang="nb-NO"/>
              <a:t>Femte nivå</a:t>
            </a:r>
            <a:endParaRPr lang="en-US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761A76-DDC7-40A5-AEFD-6037CBC607A6}" type="datetime1">
              <a:rPr lang="nb-NO" smtClean="0"/>
              <a:t>04.03.2026</a:t>
            </a:fld>
            <a:endParaRPr lang="en-US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0" name="Plassholder for lysbildenumm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nb-no"/>
              <a:t>Klikk for å redigere tittelstil i malen</a:t>
            </a:r>
            <a:endParaRPr lang="en-US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nb-no"/>
              <a:t>Klikk for å redigere tekststiler i malen</a:t>
            </a:r>
          </a:p>
          <a:p>
            <a:pPr lvl="1" rtl="0"/>
            <a:r>
              <a:rPr lang="nb-no"/>
              <a:t>Andre nivå</a:t>
            </a:r>
          </a:p>
          <a:p>
            <a:pPr lvl="2" rtl="0"/>
            <a:r>
              <a:rPr lang="nb-no"/>
              <a:t>Tredje nivå</a:t>
            </a:r>
          </a:p>
          <a:p>
            <a:pPr lvl="3" rtl="0"/>
            <a:r>
              <a:rPr lang="nb-no"/>
              <a:t>Fjerde nivå</a:t>
            </a:r>
          </a:p>
          <a:p>
            <a:pPr lvl="4" rtl="0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2B1D4152-C27B-452C-9E98-EE1C298EB2E5}" type="datetime1">
              <a:rPr lang="nb-NO" smtClean="0"/>
              <a:t>04.03.2026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Rett linje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ktangel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 rtlCol="0">
            <a:normAutofit/>
          </a:bodyPr>
          <a:lstStyle/>
          <a:p>
            <a:pPr rtl="0"/>
            <a:r>
              <a:rPr lang="nb-no" sz="8000"/>
              <a:t>Eksamen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nb-no">
                <a:solidFill>
                  <a:schemeClr val="tx1">
                    <a:lumMod val="85000"/>
                    <a:lumOff val="15000"/>
                  </a:schemeClr>
                </a:solidFill>
              </a:rPr>
              <a:t>21.05.25</a:t>
            </a:r>
            <a:endParaRPr lang="nb-no" sz="2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Bilde 4" descr="Et bilde med bygning, sitter, benk, side&#10;&#10;Beskrivelse generert automatisk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Rett linje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C745C41-C654-AA2F-B200-082F03BAC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Om dagens eksamen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825A5A9-254A-DD02-BB8D-04E9245AD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nb-NO"/>
              <a:t>- 68 kandidater</a:t>
            </a:r>
          </a:p>
          <a:p>
            <a:pPr marL="383540" lvl="1"/>
            <a:r>
              <a:rPr lang="nb-NO"/>
              <a:t>Engelsk 2 (21 elever)</a:t>
            </a:r>
          </a:p>
          <a:p>
            <a:pPr marL="383540" lvl="1"/>
            <a:r>
              <a:rPr lang="nb-NO"/>
              <a:t>Samfunnsøkonomi 2 (28 elever)</a:t>
            </a:r>
          </a:p>
          <a:p>
            <a:pPr marL="383540" lvl="1"/>
            <a:r>
              <a:rPr lang="nb-NO"/>
              <a:t>Fysikk 2 (19 elever)</a:t>
            </a:r>
          </a:p>
          <a:p>
            <a:r>
              <a:rPr lang="nb-NO"/>
              <a:t>- Dere er 3 vakter per rom. </a:t>
            </a:r>
          </a:p>
          <a:p>
            <a:r>
              <a:rPr lang="nb-NO"/>
              <a:t>- I perioden 11.30 til 12.00 vil det kunne være kun 2 vakter.</a:t>
            </a:r>
          </a:p>
          <a:p>
            <a:r>
              <a:rPr lang="nb-NO"/>
              <a:t>- </a:t>
            </a:r>
            <a:r>
              <a:rPr lang="nb-NO" err="1"/>
              <a:t>Rullér</a:t>
            </a:r>
            <a:r>
              <a:rPr lang="nb-NO"/>
              <a:t> på lufting og kaffepauser. </a:t>
            </a:r>
          </a:p>
        </p:txBody>
      </p:sp>
    </p:spTree>
    <p:extLst>
      <p:ext uri="{BB962C8B-B14F-4D97-AF65-F5344CB8AC3E}">
        <p14:creationId xmlns:p14="http://schemas.microsoft.com/office/powerpoint/2010/main" val="2891326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7E70CCA-3A47-B49D-905D-CBDEC96CA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21.05.25</a:t>
            </a:r>
          </a:p>
        </p:txBody>
      </p:sp>
      <p:graphicFrame>
        <p:nvGraphicFramePr>
          <p:cNvPr id="5" name="Plassholder for innhold 4">
            <a:extLst>
              <a:ext uri="{FF2B5EF4-FFF2-40B4-BE49-F238E27FC236}">
                <a16:creationId xmlns:a16="http://schemas.microsoft.com/office/drawing/2014/main" id="{F11BE977-2002-8EC9-190B-8095B32CA2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7635172"/>
              </p:ext>
            </p:extLst>
          </p:nvPr>
        </p:nvGraphicFramePr>
        <p:xfrm>
          <a:off x="1959430" y="2158482"/>
          <a:ext cx="7157160" cy="20321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1765">
                  <a:extLst>
                    <a:ext uri="{9D8B030D-6E8A-4147-A177-3AD203B41FA5}">
                      <a16:colId xmlns:a16="http://schemas.microsoft.com/office/drawing/2014/main" val="4211845776"/>
                    </a:ext>
                  </a:extLst>
                </a:gridCol>
                <a:gridCol w="2576337">
                  <a:extLst>
                    <a:ext uri="{9D8B030D-6E8A-4147-A177-3AD203B41FA5}">
                      <a16:colId xmlns:a16="http://schemas.microsoft.com/office/drawing/2014/main" val="1798678414"/>
                    </a:ext>
                  </a:extLst>
                </a:gridCol>
                <a:gridCol w="2799058">
                  <a:extLst>
                    <a:ext uri="{9D8B030D-6E8A-4147-A177-3AD203B41FA5}">
                      <a16:colId xmlns:a16="http://schemas.microsoft.com/office/drawing/2014/main" val="2060942978"/>
                    </a:ext>
                  </a:extLst>
                </a:gridCol>
              </a:tblGrid>
              <a:tr h="311920">
                <a:tc>
                  <a:txBody>
                    <a:bodyPr/>
                    <a:lstStyle/>
                    <a:p>
                      <a:pPr algn="ctr" fontAlgn="t"/>
                      <a:r>
                        <a:rPr lang="nb-N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ROM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nb-N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Fag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nb-NO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Vakt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27083364"/>
                  </a:ext>
                </a:extLst>
              </a:tr>
              <a:tr h="301164">
                <a:tc>
                  <a:txBody>
                    <a:bodyPr/>
                    <a:lstStyle/>
                    <a:p>
                      <a:pPr algn="ctr" fontAlgn="t"/>
                      <a:r>
                        <a:rPr lang="nb-NO" sz="1600" u="none" strike="noStrike">
                          <a:effectLst/>
                        </a:rPr>
                        <a:t>R219</a:t>
                      </a:r>
                      <a:endParaRPr lang="nb-NO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nb-NO" sz="1600" u="none" strike="noStrike">
                          <a:effectLst/>
                        </a:rPr>
                        <a:t>Engelsk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nb-NO" sz="1600" b="0" i="0" u="none" strike="noStrike" noProof="0">
                          <a:effectLst/>
                          <a:latin typeface="Franklin Gothic Book"/>
                        </a:rPr>
                        <a:t>Torgeir </a:t>
                      </a:r>
                      <a:r>
                        <a:rPr lang="nb-NO" sz="1600" b="0" i="0" u="none" strike="noStrike" noProof="0" err="1">
                          <a:effectLst/>
                          <a:latin typeface="Franklin Gothic Book"/>
                        </a:rPr>
                        <a:t>Færevåg</a:t>
                      </a:r>
                      <a:endParaRPr lang="nb-NO" err="1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9775372"/>
                  </a:ext>
                </a:extLst>
              </a:tr>
              <a:tr h="301164">
                <a:tc>
                  <a:txBody>
                    <a:bodyPr/>
                    <a:lstStyle/>
                    <a:p>
                      <a:pPr algn="ctr" fontAlgn="t"/>
                      <a:r>
                        <a:rPr lang="nb-NO" sz="1600" u="none" strike="noStrike">
                          <a:effectLst/>
                        </a:rPr>
                        <a:t>R222</a:t>
                      </a:r>
                      <a:endParaRPr lang="nb-NO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nb-NO" sz="1600" u="none" strike="noStrike">
                          <a:effectLst/>
                        </a:rPr>
                        <a:t>Samfunnsøkonomi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nb-NO" sz="1600" b="0" i="0" u="none" strike="noStrike" noProof="0">
                          <a:effectLst/>
                          <a:latin typeface="Franklin Gothic Book"/>
                        </a:rPr>
                        <a:t>Solfrid Kirkhus</a:t>
                      </a:r>
                      <a:endParaRPr lang="nb-NO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01918719"/>
                  </a:ext>
                </a:extLst>
              </a:tr>
              <a:tr h="301164">
                <a:tc>
                  <a:txBody>
                    <a:bodyPr/>
                    <a:lstStyle/>
                    <a:p>
                      <a:pPr algn="ctr" fontAlgn="t"/>
                      <a:r>
                        <a:rPr lang="nb-NO" sz="1600" u="none" strike="noStrike">
                          <a:effectLst/>
                        </a:rPr>
                        <a:t>R223</a:t>
                      </a:r>
                      <a:endParaRPr lang="nb-NO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nb-NO" sz="1600" u="none" strike="noStrike">
                          <a:effectLst/>
                        </a:rPr>
                        <a:t>Samfunnsøkonomi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nb-NO" sz="1600" b="0" i="0" u="none" strike="noStrike" noProof="0">
                          <a:effectLst/>
                          <a:latin typeface="Franklin Gothic Book"/>
                        </a:rPr>
                        <a:t>Tordis </a:t>
                      </a:r>
                      <a:r>
                        <a:rPr lang="nb-NO" sz="1600" b="0" i="0" u="none" strike="noStrike" noProof="0" err="1">
                          <a:effectLst/>
                          <a:latin typeface="Franklin Gothic Book"/>
                        </a:rPr>
                        <a:t>Sie</a:t>
                      </a:r>
                      <a:r>
                        <a:rPr lang="nb-NO" sz="1600" b="0" i="0" u="none" strike="noStrike" noProof="0">
                          <a:effectLst/>
                          <a:latin typeface="Franklin Gothic Book"/>
                        </a:rPr>
                        <a:t> </a:t>
                      </a:r>
                      <a:r>
                        <a:rPr lang="nb-NO" sz="1600" b="0" i="0" u="none" strike="noStrike" noProof="0" err="1">
                          <a:effectLst/>
                          <a:latin typeface="Franklin Gothic Book"/>
                        </a:rPr>
                        <a:t>Skjærahaug</a:t>
                      </a:r>
                      <a:r>
                        <a:rPr lang="nb-NO" sz="1600" b="0" i="0" u="none" strike="noStrike" noProof="0">
                          <a:effectLst/>
                          <a:latin typeface="Franklin Gothic Book"/>
                        </a:rPr>
                        <a:t> </a:t>
                      </a:r>
                      <a:endParaRPr lang="nb-NO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80364155"/>
                  </a:ext>
                </a:extLst>
              </a:tr>
              <a:tr h="329045">
                <a:tc>
                  <a:txBody>
                    <a:bodyPr/>
                    <a:lstStyle/>
                    <a:p>
                      <a:pPr algn="ctr" fontAlgn="t"/>
                      <a:r>
                        <a:rPr lang="nb-NO" sz="1600" u="none" strike="noStrike">
                          <a:effectLst/>
                        </a:rPr>
                        <a:t>R224</a:t>
                      </a:r>
                      <a:endParaRPr lang="nb-NO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nb-NO" sz="1600" u="none" strike="noStrike">
                          <a:effectLst/>
                        </a:rPr>
                        <a:t>Fysikk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nb-NO" sz="1600" b="0" i="0" u="none" strike="noStrike" noProof="0" err="1">
                          <a:effectLst/>
                          <a:latin typeface="Franklin Gothic Book"/>
                        </a:rPr>
                        <a:t>Gretelill</a:t>
                      </a:r>
                      <a:r>
                        <a:rPr lang="nb-NO" sz="1600" b="0" i="0" u="none" strike="noStrike" noProof="0">
                          <a:effectLst/>
                          <a:latin typeface="Franklin Gothic Book"/>
                        </a:rPr>
                        <a:t> Heden</a:t>
                      </a:r>
                      <a:endParaRPr lang="nb-NO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72835262"/>
                  </a:ext>
                </a:extLst>
              </a:tr>
              <a:tr h="301164">
                <a:tc>
                  <a:txBody>
                    <a:bodyPr/>
                    <a:lstStyle/>
                    <a:p>
                      <a:pPr algn="ctr" fontAlgn="t"/>
                      <a:r>
                        <a:rPr lang="nb-NO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R135, R135A, R229A</a:t>
                      </a:r>
                    </a:p>
                    <a:p>
                      <a:pPr lvl="0" algn="ctr">
                        <a:buNone/>
                      </a:pPr>
                      <a:r>
                        <a:rPr lang="nb-NO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+ R219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nb-NO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b-NO" sz="1600" b="0" i="0" u="none" strike="noStrike" noProof="0">
                          <a:solidFill>
                            <a:srgbClr val="000000"/>
                          </a:solidFill>
                          <a:effectLst/>
                          <a:latin typeface="Franklin Gothic Book"/>
                        </a:rPr>
                        <a:t>Solveig Hagen</a:t>
                      </a:r>
                      <a:endParaRPr lang="nb-NO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03497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798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0193A-89C4-56CF-A399-6147AE12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Engelsk</a:t>
            </a:r>
            <a:r>
              <a:rPr lang="en-GB"/>
              <a:t>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D8C24-2519-4EFC-7F66-E6DBEA527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196346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nb-NO" b="1"/>
              <a:t>Eksamensoppgaven skrives i Word</a:t>
            </a:r>
            <a:endParaRPr lang="nb-NO"/>
          </a:p>
          <a:p>
            <a:pPr>
              <a:buFont typeface="Arial" panose="020F0502020204030204" pitchFamily="34" charset="0"/>
              <a:buChar char="•"/>
            </a:pPr>
            <a:r>
              <a:rPr lang="nb-NO"/>
              <a:t>Leveres som PDF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nb-NO"/>
              <a:t>Elevene får oppgavehefte på papir i tillegg til digitalt oppgavesett</a:t>
            </a:r>
          </a:p>
          <a:p>
            <a:pPr>
              <a:buFont typeface="Arial" panose="020F0502020204030204" pitchFamily="34" charset="0"/>
              <a:buChar char="•"/>
            </a:pPr>
            <a:endParaRPr lang="nb-NO"/>
          </a:p>
          <a:p>
            <a:pPr>
              <a:buFont typeface="Arial" panose="020F0502020204030204" pitchFamily="34" charset="0"/>
              <a:buChar char="•"/>
            </a:pPr>
            <a:r>
              <a:rPr lang="nb-NO"/>
              <a:t>Alle hjelpemidler tillatt utenom kunstig intelligens, oversettelsesprogram, åpent internett og kommunikasjon</a:t>
            </a:r>
          </a:p>
        </p:txBody>
      </p:sp>
    </p:spTree>
    <p:extLst>
      <p:ext uri="{BB962C8B-B14F-4D97-AF65-F5344CB8AC3E}">
        <p14:creationId xmlns:p14="http://schemas.microsoft.com/office/powerpoint/2010/main" val="383945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0193A-89C4-56CF-A399-6147AE12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Fysikk</a:t>
            </a:r>
            <a:r>
              <a:rPr lang="en-GB"/>
              <a:t>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D8C24-2519-4EFC-7F66-E6DBEA527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196346"/>
          </a:xfrm>
        </p:spPr>
        <p:txBody>
          <a:bodyPr>
            <a:normAutofit/>
          </a:bodyPr>
          <a:lstStyle/>
          <a:p>
            <a:r>
              <a:rPr lang="nb-NO" b="1" u="sng"/>
              <a:t>2-delt eksamen</a:t>
            </a:r>
          </a:p>
          <a:p>
            <a:r>
              <a:rPr lang="nb-NO" b="1"/>
              <a:t>Første del: </a:t>
            </a:r>
          </a:p>
          <a:p>
            <a:r>
              <a:rPr lang="nb-NO" sz="1400"/>
              <a:t>- varer 2 time (+24 min forlenget tid)</a:t>
            </a:r>
          </a:p>
          <a:p>
            <a:r>
              <a:rPr lang="nb-NO" sz="1400"/>
              <a:t>- på papir</a:t>
            </a:r>
          </a:p>
          <a:p>
            <a:r>
              <a:rPr lang="nb-NO" sz="1400"/>
              <a:t>- kun skrivesaker, linjal, passer og gradskive tillatt av hjelpemidler</a:t>
            </a:r>
          </a:p>
          <a:p>
            <a:r>
              <a:rPr lang="nb-NO" b="1"/>
              <a:t>- Andre del:</a:t>
            </a:r>
          </a:p>
          <a:p>
            <a:r>
              <a:rPr lang="nb-NO" sz="1400"/>
              <a:t>- varer 3 timer (+36 min forlenget tid)</a:t>
            </a:r>
          </a:p>
          <a:p>
            <a:r>
              <a:rPr lang="nb-NO" sz="1400"/>
              <a:t>- Alle hjelpemidler tillatt utenom kunstig intelligens, oversettelsesprogram, åpent internett og kommunikasjon</a:t>
            </a:r>
          </a:p>
          <a:p>
            <a:r>
              <a:rPr lang="nb-NO" sz="1400"/>
              <a:t>- Kan levere kombinasjon av papir og PDF</a:t>
            </a:r>
          </a:p>
        </p:txBody>
      </p:sp>
    </p:spTree>
    <p:extLst>
      <p:ext uri="{BB962C8B-B14F-4D97-AF65-F5344CB8AC3E}">
        <p14:creationId xmlns:p14="http://schemas.microsoft.com/office/powerpoint/2010/main" val="3498840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331C2-3559-C84A-49C6-47063F699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D6BDE-A2C7-44E1-2198-612E7B63F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Samfunnsøkonomi</a:t>
            </a:r>
            <a:r>
              <a:rPr lang="en-GB"/>
              <a:t>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BD2C0-36FA-B21B-C7C4-F0F19376A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196346"/>
          </a:xfrm>
        </p:spPr>
        <p:txBody>
          <a:bodyPr>
            <a:normAutofit/>
          </a:bodyPr>
          <a:lstStyle/>
          <a:p>
            <a:r>
              <a:rPr lang="nb-NO" b="1" u="sng"/>
              <a:t>2-delt eksamen</a:t>
            </a:r>
          </a:p>
          <a:p>
            <a:r>
              <a:rPr lang="nb-NO" b="1"/>
              <a:t>Første del: </a:t>
            </a:r>
          </a:p>
          <a:p>
            <a:r>
              <a:rPr lang="nb-NO" sz="1400"/>
              <a:t>- varer 2 time (+24 min forlenget tid)</a:t>
            </a:r>
          </a:p>
          <a:p>
            <a:r>
              <a:rPr lang="nb-NO" sz="1400"/>
              <a:t>- på papir</a:t>
            </a:r>
          </a:p>
          <a:p>
            <a:r>
              <a:rPr lang="nb-NO" sz="1400"/>
              <a:t>- kun skrivesaker, linjal, passer og gradskive tillatt av hjelpemidler</a:t>
            </a:r>
          </a:p>
          <a:p>
            <a:r>
              <a:rPr lang="nb-NO" b="1"/>
              <a:t>- Andre del:</a:t>
            </a:r>
          </a:p>
          <a:p>
            <a:r>
              <a:rPr lang="nb-NO" sz="1400"/>
              <a:t>- varer 3 timer (+36 min forlenget tid)</a:t>
            </a:r>
          </a:p>
          <a:p>
            <a:r>
              <a:rPr lang="nb-NO" sz="1400"/>
              <a:t>- Alle hjelpemidler tillatt utenom kunstig intelligens, oversettelsesprogram, åpent internett og kommunikasjon</a:t>
            </a:r>
          </a:p>
          <a:p>
            <a:r>
              <a:rPr lang="nb-NO" sz="1400"/>
              <a:t>- Kan levere kombinasjon av papir og PDF</a:t>
            </a:r>
          </a:p>
        </p:txBody>
      </p:sp>
    </p:spTree>
    <p:extLst>
      <p:ext uri="{BB962C8B-B14F-4D97-AF65-F5344CB8AC3E}">
        <p14:creationId xmlns:p14="http://schemas.microsoft.com/office/powerpoint/2010/main" val="713710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FF82BE0-49E3-D2F6-D7A8-CC1ECD622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Fysikk og Samfunnsøkonomi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7970723-3487-1491-E588-8F3F1C12B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201507"/>
            <a:ext cx="10058400" cy="3760891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nb-NO"/>
              <a:t>Del 1:</a:t>
            </a:r>
          </a:p>
          <a:p>
            <a:r>
              <a:rPr lang="nb-NO"/>
              <a:t>Lan har laget QR-kode-ark som skal matches opp mot innlevert oppgave. </a:t>
            </a:r>
          </a:p>
          <a:p>
            <a:r>
              <a:rPr lang="nb-NO"/>
              <a:t>Elevene får disse utdelt og legger selv oppå besvarelsen når den leveres.</a:t>
            </a:r>
          </a:p>
          <a:p>
            <a:r>
              <a:rPr lang="nb-NO"/>
              <a:t>Legg alle besvarelsene i </a:t>
            </a:r>
            <a:r>
              <a:rPr lang="nb-NO" b="1"/>
              <a:t>samme bunke</a:t>
            </a:r>
            <a:r>
              <a:rPr lang="nb-NO"/>
              <a:t>, med QR-kodearket før hver besvarelse</a:t>
            </a:r>
          </a:p>
          <a:p>
            <a:r>
              <a:rPr lang="nb-NO"/>
              <a:t>Vakt sjekker at kandidatnummer matcher.</a:t>
            </a:r>
          </a:p>
          <a:p>
            <a:endParaRPr lang="nb-NO"/>
          </a:p>
        </p:txBody>
      </p:sp>
      <p:pic>
        <p:nvPicPr>
          <p:cNvPr id="1026" name="Picture 2" descr="How To Make A Qr Code For Your Products Using A Google Sheet? || Rural  Handmade-Redefine Supply to Build Sustainable Brands">
            <a:extLst>
              <a:ext uri="{FF2B5EF4-FFF2-40B4-BE49-F238E27FC236}">
                <a16:creationId xmlns:a16="http://schemas.microsoft.com/office/drawing/2014/main" id="{E429427F-D52E-149D-7881-65F6E2503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5291" y="2976145"/>
            <a:ext cx="2018134" cy="2018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2801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95C9258-690A-ABCB-3097-7253F746B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Oppstart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6241284-409E-39D5-16DC-E28C19581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nb-NO" b="1"/>
              <a:t>Vakter:</a:t>
            </a:r>
          </a:p>
          <a:p>
            <a:r>
              <a:rPr lang="nb-NO"/>
              <a:t>- Elevene trenger kun kladdeark med linjer for Engelsk.</a:t>
            </a:r>
          </a:p>
          <a:p>
            <a:r>
              <a:rPr lang="nb-NO"/>
              <a:t>- Elevene trenger både innføringsark og kladdeark med ruter på Fysikk og Samfunnsøkonomi.</a:t>
            </a:r>
          </a:p>
          <a:p>
            <a:br>
              <a:rPr lang="nb-NO"/>
            </a:br>
            <a:r>
              <a:rPr lang="nb-NO"/>
              <a:t>- Skriv inn Dagspassord for elevene når de er klar. </a:t>
            </a:r>
            <a:r>
              <a:rPr lang="nb-NO" b="1"/>
              <a:t>Dette må en vakt gjøre, elevene skal ikke få passordet selv</a:t>
            </a:r>
            <a:r>
              <a:rPr lang="nb-NO"/>
              <a:t>.</a:t>
            </a:r>
          </a:p>
          <a:p>
            <a:r>
              <a:rPr lang="nb-NO"/>
              <a:t>- Kandidatene skal levere inn AVSKRUDD mobil. Disse merkes med navn på Post-It-lapp og plasseres på bord foran/bak i lokalet</a:t>
            </a:r>
          </a:p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93296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F25AABC-888C-F6BB-905C-9354F973E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Før/Under eksamen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E47B248-22BC-5B77-B551-0BC838345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nb-NO" b="1"/>
              <a:t>Før</a:t>
            </a:r>
            <a:r>
              <a:rPr lang="nb-NO"/>
              <a:t>:</a:t>
            </a:r>
          </a:p>
          <a:p>
            <a:r>
              <a:rPr lang="nb-NO"/>
              <a:t>Sekker og jakker skal legges bakerst i klasserommet. </a:t>
            </a:r>
          </a:p>
          <a:p>
            <a:r>
              <a:rPr lang="nb-NO"/>
              <a:t>For to-delt eksamen, hjelpemidler til del to legges på gulvet ved siden av pulten.</a:t>
            </a:r>
          </a:p>
          <a:p>
            <a:r>
              <a:rPr lang="nb-NO" b="1"/>
              <a:t>Under</a:t>
            </a:r>
            <a:r>
              <a:rPr lang="nb-NO"/>
              <a:t>: </a:t>
            </a:r>
          </a:p>
          <a:p>
            <a:r>
              <a:rPr lang="nb-NO"/>
              <a:t>Vakter har ikke lov til å hjelpe elever med forståelse av ord eller oppgaver.</a:t>
            </a:r>
          </a:p>
          <a:p>
            <a:r>
              <a:rPr lang="nb-NO"/>
              <a:t>Viktig at vakter følger med hele tiden, bruk av mobil/PC/bøker og annet inne i klasserommet må unngås.</a:t>
            </a:r>
          </a:p>
          <a:p>
            <a:r>
              <a:rPr lang="nb-NO"/>
              <a:t>Informer når det er en time igjen av eksamen</a:t>
            </a:r>
          </a:p>
          <a:p>
            <a:endParaRPr lang="nb-NO" b="1"/>
          </a:p>
        </p:txBody>
      </p:sp>
    </p:spTree>
    <p:extLst>
      <p:ext uri="{BB962C8B-B14F-4D97-AF65-F5344CB8AC3E}">
        <p14:creationId xmlns:p14="http://schemas.microsoft.com/office/powerpoint/2010/main" val="3496897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1291FCA-74F9-B4A4-108D-A111CFC02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Under eksamen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7EFE77F-1F9D-B097-B935-CFACCD6EC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b="1"/>
              <a:t>- Elever kan luftes 1 og 1 etter det har gått 1 time</a:t>
            </a:r>
          </a:p>
          <a:p>
            <a:r>
              <a:rPr lang="nb-NO" b="1"/>
              <a:t>- Elever som kommer inntil 1 time sent har lov til å starte eksamen</a:t>
            </a:r>
          </a:p>
          <a:p>
            <a:r>
              <a:rPr lang="nb-NO"/>
              <a:t>- Elev må rekke opp hånden og vente på vakt for å kunne gå på toalettet. Vakt inne i klasserom henter vakt på gangen som følger elev på toalettet. </a:t>
            </a:r>
          </a:p>
          <a:p>
            <a:r>
              <a:rPr lang="nb-NO"/>
              <a:t>- Det må være 2 vakter på klasserommene til enhver tid </a:t>
            </a:r>
          </a:p>
          <a:p>
            <a:r>
              <a:rPr lang="nb-NO"/>
              <a:t>- Ved mistanke om juks/fusk, kom innom og hent Sascha eller en annen fra skolens ledelse.</a:t>
            </a:r>
          </a:p>
        </p:txBody>
      </p:sp>
    </p:spTree>
    <p:extLst>
      <p:ext uri="{BB962C8B-B14F-4D97-AF65-F5344CB8AC3E}">
        <p14:creationId xmlns:p14="http://schemas.microsoft.com/office/powerpoint/2010/main" val="3582858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34705-4FA2-350E-7D7B-CA11C0F89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Innlevering</a:t>
            </a:r>
            <a:r>
              <a:rPr lang="en-GB"/>
              <a:t> (alle)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54087-01D7-A194-CDA5-CA8FAD398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 fontScale="92500" lnSpcReduction="20000"/>
          </a:bodyPr>
          <a:lstStyle/>
          <a:p>
            <a:r>
              <a:rPr lang="en-GB" b="1"/>
              <a:t>Vaktene </a:t>
            </a:r>
            <a:r>
              <a:rPr lang="en-GB" b="1" err="1"/>
              <a:t>på</a:t>
            </a:r>
            <a:r>
              <a:rPr lang="en-GB" b="1"/>
              <a:t> </a:t>
            </a:r>
            <a:r>
              <a:rPr lang="en-GB" b="1" err="1"/>
              <a:t>rommet</a:t>
            </a:r>
            <a:r>
              <a:rPr lang="en-GB" b="1"/>
              <a:t> </a:t>
            </a:r>
            <a:r>
              <a:rPr lang="en-GB" b="1" err="1"/>
              <a:t>bes</a:t>
            </a:r>
            <a:r>
              <a:rPr lang="en-GB" b="1"/>
              <a:t> </a:t>
            </a:r>
            <a:r>
              <a:rPr lang="en-GB" b="1" err="1"/>
              <a:t>sortere</a:t>
            </a:r>
            <a:r>
              <a:rPr lang="en-GB" b="1"/>
              <a:t> </a:t>
            </a:r>
            <a:r>
              <a:rPr lang="en-GB" b="1" err="1"/>
              <a:t>i</a:t>
            </a:r>
            <a:r>
              <a:rPr lang="en-GB" b="1"/>
              <a:t> </a:t>
            </a:r>
            <a:r>
              <a:rPr lang="en-GB" b="1" err="1"/>
              <a:t>følgende</a:t>
            </a:r>
            <a:r>
              <a:rPr lang="en-GB" b="1"/>
              <a:t> bunker </a:t>
            </a:r>
            <a:r>
              <a:rPr lang="en-GB" b="1" err="1"/>
              <a:t>slik</a:t>
            </a:r>
            <a:r>
              <a:rPr lang="en-GB" b="1"/>
              <a:t> at </a:t>
            </a:r>
            <a:r>
              <a:rPr lang="en-GB" b="1" err="1"/>
              <a:t>skolen</a:t>
            </a:r>
            <a:r>
              <a:rPr lang="en-GB" b="1"/>
              <a:t> </a:t>
            </a:r>
            <a:r>
              <a:rPr lang="en-GB" b="1" err="1"/>
              <a:t>klarer</a:t>
            </a:r>
            <a:r>
              <a:rPr lang="en-GB" b="1"/>
              <a:t> </a:t>
            </a:r>
            <a:r>
              <a:rPr lang="en-GB" b="1" err="1"/>
              <a:t>holde</a:t>
            </a:r>
            <a:r>
              <a:rPr lang="en-GB" b="1"/>
              <a:t> </a:t>
            </a:r>
            <a:r>
              <a:rPr lang="en-GB" b="1" err="1"/>
              <a:t>oversikt</a:t>
            </a:r>
            <a:r>
              <a:rPr lang="en-GB" b="1"/>
              <a:t> (</a:t>
            </a:r>
            <a:r>
              <a:rPr lang="en-GB" b="1" err="1"/>
              <a:t>lurt</a:t>
            </a:r>
            <a:r>
              <a:rPr lang="en-GB" b="1"/>
              <a:t> å </a:t>
            </a:r>
            <a:r>
              <a:rPr lang="en-GB" b="1" err="1"/>
              <a:t>gjøre</a:t>
            </a:r>
            <a:r>
              <a:rPr lang="en-GB" b="1"/>
              <a:t> </a:t>
            </a:r>
            <a:r>
              <a:rPr lang="en-GB" b="1" err="1"/>
              <a:t>fortløpende</a:t>
            </a:r>
            <a:r>
              <a:rPr lang="en-GB" b="1"/>
              <a:t> </a:t>
            </a:r>
            <a:r>
              <a:rPr lang="en-GB" b="1" err="1"/>
              <a:t>når</a:t>
            </a:r>
            <a:r>
              <a:rPr lang="en-GB" b="1"/>
              <a:t> </a:t>
            </a:r>
            <a:r>
              <a:rPr lang="en-GB" b="1" err="1"/>
              <a:t>elever</a:t>
            </a:r>
            <a:r>
              <a:rPr lang="en-GB" b="1"/>
              <a:t> </a:t>
            </a:r>
            <a:r>
              <a:rPr lang="en-GB" b="1" err="1"/>
              <a:t>har</a:t>
            </a:r>
            <a:r>
              <a:rPr lang="en-GB" b="1"/>
              <a:t> </a:t>
            </a:r>
            <a:r>
              <a:rPr lang="en-GB" b="1" err="1"/>
              <a:t>levert</a:t>
            </a:r>
            <a:r>
              <a:rPr lang="en-GB" b="1"/>
              <a:t>): </a:t>
            </a:r>
          </a:p>
          <a:p>
            <a:r>
              <a:rPr lang="en-GB"/>
              <a:t>- De </a:t>
            </a:r>
            <a:r>
              <a:rPr lang="en-GB" err="1"/>
              <a:t>fargede</a:t>
            </a:r>
            <a:r>
              <a:rPr lang="en-GB"/>
              <a:t> </a:t>
            </a:r>
            <a:r>
              <a:rPr lang="en-GB" err="1"/>
              <a:t>arkene</a:t>
            </a:r>
            <a:r>
              <a:rPr lang="en-GB"/>
              <a:t> </a:t>
            </a:r>
            <a:r>
              <a:rPr lang="en-GB" err="1"/>
              <a:t>i</a:t>
            </a:r>
            <a:r>
              <a:rPr lang="en-GB"/>
              <a:t> </a:t>
            </a:r>
            <a:r>
              <a:rPr lang="en-GB" err="1"/>
              <a:t>bunke</a:t>
            </a:r>
            <a:r>
              <a:rPr lang="en-GB"/>
              <a:t> sorter </a:t>
            </a:r>
            <a:r>
              <a:rPr lang="en-GB" err="1"/>
              <a:t>på</a:t>
            </a:r>
            <a:r>
              <a:rPr lang="en-GB"/>
              <a:t> </a:t>
            </a:r>
            <a:r>
              <a:rPr lang="en-GB" err="1"/>
              <a:t>farge</a:t>
            </a:r>
            <a:endParaRPr lang="en-GB"/>
          </a:p>
          <a:p>
            <a:r>
              <a:rPr lang="en-GB"/>
              <a:t>- </a:t>
            </a:r>
            <a:r>
              <a:rPr lang="en-GB" err="1"/>
              <a:t>Arket</a:t>
            </a:r>
            <a:r>
              <a:rPr lang="en-GB"/>
              <a:t> med </a:t>
            </a:r>
            <a:r>
              <a:rPr lang="en-GB" err="1"/>
              <a:t>smilefjeset</a:t>
            </a:r>
            <a:r>
              <a:rPr lang="en-GB"/>
              <a:t> </a:t>
            </a:r>
            <a:r>
              <a:rPr lang="en-GB" err="1"/>
              <a:t>på</a:t>
            </a:r>
            <a:r>
              <a:rPr lang="en-GB"/>
              <a:t> </a:t>
            </a:r>
            <a:r>
              <a:rPr lang="en-GB" err="1"/>
              <a:t>i</a:t>
            </a:r>
            <a:r>
              <a:rPr lang="en-GB"/>
              <a:t> </a:t>
            </a:r>
            <a:r>
              <a:rPr lang="en-GB" err="1"/>
              <a:t>en</a:t>
            </a:r>
            <a:r>
              <a:rPr lang="en-GB"/>
              <a:t> </a:t>
            </a:r>
            <a:r>
              <a:rPr lang="en-GB" err="1"/>
              <a:t>annen</a:t>
            </a:r>
            <a:r>
              <a:rPr lang="en-GB"/>
              <a:t> </a:t>
            </a:r>
            <a:r>
              <a:rPr lang="en-GB" err="1"/>
              <a:t>bunke</a:t>
            </a:r>
            <a:endParaRPr lang="en-GB"/>
          </a:p>
          <a:p>
            <a:r>
              <a:rPr lang="en-GB"/>
              <a:t>- </a:t>
            </a:r>
            <a:r>
              <a:rPr lang="en-GB" err="1"/>
              <a:t>Navn</a:t>
            </a:r>
            <a:r>
              <a:rPr lang="en-GB"/>
              <a:t>/</a:t>
            </a:r>
            <a:r>
              <a:rPr lang="en-GB" err="1"/>
              <a:t>kandidatnummer</a:t>
            </a:r>
            <a:r>
              <a:rPr lang="en-GB"/>
              <a:t> </a:t>
            </a:r>
            <a:r>
              <a:rPr lang="en-GB" err="1"/>
              <a:t>i</a:t>
            </a:r>
            <a:r>
              <a:rPr lang="en-GB"/>
              <a:t> </a:t>
            </a:r>
            <a:r>
              <a:rPr lang="en-GB" err="1"/>
              <a:t>en</a:t>
            </a:r>
            <a:r>
              <a:rPr lang="en-GB"/>
              <a:t> </a:t>
            </a:r>
            <a:r>
              <a:rPr lang="en-GB" err="1"/>
              <a:t>tredje</a:t>
            </a:r>
            <a:r>
              <a:rPr lang="en-GB"/>
              <a:t> </a:t>
            </a:r>
            <a:r>
              <a:rPr lang="en-GB" err="1"/>
              <a:t>bunke</a:t>
            </a:r>
            <a:endParaRPr lang="en-GB"/>
          </a:p>
          <a:p>
            <a:r>
              <a:rPr lang="en-GB"/>
              <a:t>- </a:t>
            </a:r>
            <a:r>
              <a:rPr lang="en-GB" err="1"/>
              <a:t>Kladdeark</a:t>
            </a:r>
            <a:r>
              <a:rPr lang="en-GB"/>
              <a:t> </a:t>
            </a:r>
            <a:r>
              <a:rPr lang="en-GB" err="1"/>
              <a:t>i</a:t>
            </a:r>
            <a:r>
              <a:rPr lang="en-GB"/>
              <a:t> </a:t>
            </a:r>
            <a:r>
              <a:rPr lang="en-GB" err="1"/>
              <a:t>en</a:t>
            </a:r>
            <a:r>
              <a:rPr lang="en-GB"/>
              <a:t> </a:t>
            </a:r>
            <a:r>
              <a:rPr lang="en-GB" err="1"/>
              <a:t>fjerde</a:t>
            </a:r>
            <a:endParaRPr lang="en-GB"/>
          </a:p>
          <a:p>
            <a:r>
              <a:rPr lang="en-GB"/>
              <a:t>- </a:t>
            </a:r>
            <a:r>
              <a:rPr lang="en-GB" err="1"/>
              <a:t>Eksamenshefter</a:t>
            </a:r>
            <a:r>
              <a:rPr lang="en-GB"/>
              <a:t> for seg</a:t>
            </a:r>
          </a:p>
          <a:p>
            <a:r>
              <a:rPr lang="en-GB" b="1"/>
              <a:t>- </a:t>
            </a:r>
            <a:r>
              <a:rPr lang="en-GB" b="1" err="1"/>
              <a:t>Eventuelle</a:t>
            </a:r>
            <a:r>
              <a:rPr lang="en-GB" b="1"/>
              <a:t> </a:t>
            </a:r>
            <a:r>
              <a:rPr lang="en-GB" b="1" err="1"/>
              <a:t>besvarelser</a:t>
            </a:r>
            <a:r>
              <a:rPr lang="en-GB" b="1"/>
              <a:t> </a:t>
            </a:r>
            <a:r>
              <a:rPr lang="en-GB" b="1" err="1"/>
              <a:t>i</a:t>
            </a:r>
            <a:r>
              <a:rPr lang="en-GB" b="1"/>
              <a:t> </a:t>
            </a:r>
            <a:r>
              <a:rPr lang="en-GB" b="1" err="1"/>
              <a:t>en</a:t>
            </a:r>
            <a:r>
              <a:rPr lang="en-GB" b="1"/>
              <a:t> </a:t>
            </a:r>
            <a:r>
              <a:rPr lang="en-GB" b="1" err="1"/>
              <a:t>siste</a:t>
            </a:r>
            <a:r>
              <a:rPr lang="en-GB" b="1"/>
              <a:t> (</a:t>
            </a:r>
            <a:r>
              <a:rPr lang="en-GB" b="1" err="1"/>
              <a:t>viktigst</a:t>
            </a:r>
            <a:r>
              <a:rPr lang="en-GB" b="1"/>
              <a:t>).</a:t>
            </a:r>
          </a:p>
          <a:p>
            <a:r>
              <a:rPr lang="en-GB" err="1"/>
              <a:t>Bunkene</a:t>
            </a:r>
            <a:r>
              <a:rPr lang="en-GB"/>
              <a:t> </a:t>
            </a:r>
            <a:r>
              <a:rPr lang="en-GB" err="1"/>
              <a:t>kan</a:t>
            </a:r>
            <a:r>
              <a:rPr lang="en-GB"/>
              <a:t> </a:t>
            </a:r>
            <a:r>
              <a:rPr lang="en-GB" err="1"/>
              <a:t>legges</a:t>
            </a:r>
            <a:r>
              <a:rPr lang="en-GB"/>
              <a:t> </a:t>
            </a:r>
            <a:r>
              <a:rPr lang="en-GB" err="1"/>
              <a:t>inni</a:t>
            </a:r>
            <a:r>
              <a:rPr lang="en-GB"/>
              <a:t> </a:t>
            </a:r>
            <a:r>
              <a:rPr lang="en-GB" err="1"/>
              <a:t>kladdeark</a:t>
            </a:r>
            <a:r>
              <a:rPr lang="en-GB"/>
              <a:t> </a:t>
            </a:r>
            <a:r>
              <a:rPr lang="en-GB" err="1"/>
              <a:t>som</a:t>
            </a:r>
            <a:r>
              <a:rPr lang="en-GB"/>
              <a:t> </a:t>
            </a:r>
            <a:r>
              <a:rPr lang="en-GB" err="1"/>
              <a:t>merkes</a:t>
            </a:r>
            <a:r>
              <a:rPr lang="en-GB"/>
              <a:t> med </a:t>
            </a:r>
            <a:r>
              <a:rPr lang="en-GB" err="1"/>
              <a:t>hva</a:t>
            </a:r>
            <a:r>
              <a:rPr lang="en-GB"/>
              <a:t> </a:t>
            </a:r>
            <a:r>
              <a:rPr lang="en-GB" err="1"/>
              <a:t>som</a:t>
            </a:r>
            <a:r>
              <a:rPr lang="en-GB"/>
              <a:t> er </a:t>
            </a:r>
            <a:r>
              <a:rPr lang="en-GB" err="1"/>
              <a:t>inni</a:t>
            </a:r>
            <a:r>
              <a:rPr lang="en-GB"/>
              <a:t> </a:t>
            </a:r>
            <a:r>
              <a:rPr lang="en-GB" err="1"/>
              <a:t>og</a:t>
            </a:r>
            <a:r>
              <a:rPr lang="en-GB"/>
              <a:t> </a:t>
            </a:r>
            <a:r>
              <a:rPr lang="en-GB" err="1"/>
              <a:t>romnummer</a:t>
            </a:r>
            <a:r>
              <a:rPr lang="en-GB"/>
              <a:t>.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6975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BAD01-C6BB-E418-8B66-AC570888E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Innlevering</a:t>
            </a:r>
            <a:r>
              <a:rPr lang="en-GB"/>
              <a:t> </a:t>
            </a:r>
            <a:r>
              <a:rPr lang="en-GB" err="1"/>
              <a:t>digitalt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D389B-3B6D-219C-ADA0-26E9948DE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nb-NO"/>
              <a:t>- Elevene leverer fil digitalt. Husk </a:t>
            </a:r>
            <a:r>
              <a:rPr lang="nb-NO" b="1"/>
              <a:t>topptekst </a:t>
            </a:r>
            <a:r>
              <a:rPr lang="nb-NO"/>
              <a:t>med info.</a:t>
            </a:r>
          </a:p>
          <a:p>
            <a:r>
              <a:rPr lang="nb-NO"/>
              <a:t>- Kladdeark leveres inn (elevene må skrive kandidatnummer på kladdearket før de går)</a:t>
            </a:r>
          </a:p>
          <a:p>
            <a:r>
              <a:rPr lang="nb-NO"/>
              <a:t>- De skal rekke opp hånda når de leverer. </a:t>
            </a:r>
            <a:r>
              <a:rPr lang="nb-NO" b="1"/>
              <a:t>Viktig at de dobbeltsjekker at de har lastet opp riktig fil ved å åpne den FØR de leverer. De som leser opp oppstart i rommet gir ekstra beskjed om viktigheten av dette. </a:t>
            </a:r>
          </a:p>
          <a:p>
            <a:r>
              <a:rPr lang="nb-NO" b="1"/>
              <a:t>Vakter ber elevene sjekke filen at filen de har lastet opp er riktig.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645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BAD01-C6BB-E418-8B66-AC570888E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Innlevering</a:t>
            </a:r>
            <a:r>
              <a:rPr lang="en-GB"/>
              <a:t> </a:t>
            </a:r>
            <a:r>
              <a:rPr lang="en-GB" err="1"/>
              <a:t>på</a:t>
            </a:r>
            <a:r>
              <a:rPr lang="en-GB"/>
              <a:t> </a:t>
            </a:r>
            <a:r>
              <a:rPr lang="en-GB" err="1"/>
              <a:t>papir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D389B-3B6D-219C-ADA0-26E9948DE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nb-NO"/>
              <a:t>- Vaktene sjekker at all topptekst er </a:t>
            </a:r>
            <a:r>
              <a:rPr lang="nb-NO" err="1"/>
              <a:t>fyllt</a:t>
            </a:r>
            <a:r>
              <a:rPr lang="nb-NO"/>
              <a:t> ut riktig (kandidatnummer, fagkode, sidetall og antall ark)</a:t>
            </a:r>
          </a:p>
          <a:p>
            <a:r>
              <a:rPr lang="nb-NO"/>
              <a:t>- Vakt sjekker at ark med QR kode stemmer med kandidatnummer. Legg alle besvarelsene i </a:t>
            </a:r>
            <a:r>
              <a:rPr lang="nb-NO" b="1"/>
              <a:t>samme bunke</a:t>
            </a:r>
            <a:r>
              <a:rPr lang="nb-NO"/>
              <a:t>, med QR-kodearket før hver besvarelse</a:t>
            </a:r>
          </a:p>
          <a:p>
            <a:r>
              <a:rPr lang="nb-NO"/>
              <a:t>- Kladdeark leveres inn (elevene må skrive kandidatnummer på kladdearket før de går)</a:t>
            </a:r>
          </a:p>
          <a:p>
            <a:endParaRPr lang="nb-NO" b="1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118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76B83F8-D875-FB4D-D052-84EE402A9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Elever med utvidet tid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C81AC9A-BF73-14A0-AA1E-E5460D7BA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nb-NO" i="1"/>
              <a:t>Egen oversikt over elever med tilrettelegging, dette er informasjon som er unntatt offentligheten, så ber om at den passes godt på.</a:t>
            </a:r>
            <a:endParaRPr lang="nb-NO"/>
          </a:p>
          <a:p>
            <a:r>
              <a:rPr lang="nb-NO" i="1"/>
              <a:t>Får du beskjed av elev om at de har rett på ekstra tid el.l. men vedkommende ikke står på listen, ta kontakt med Sascha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64093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98CDE1D-04BA-CA71-EDAA-ED42FD47C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Trenger dere hjelp?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32D17EC-621B-8EDD-90CC-7700EC231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endParaRPr lang="nb-NO"/>
          </a:p>
          <a:p>
            <a:r>
              <a:rPr lang="nb-NO"/>
              <a:t>Send melding på: 418 44 300</a:t>
            </a:r>
          </a:p>
          <a:p>
            <a:r>
              <a:rPr lang="nb-NO"/>
              <a:t>Anja: 913 51 597</a:t>
            </a:r>
          </a:p>
          <a:p>
            <a:r>
              <a:rPr lang="nb-NO"/>
              <a:t>For IT-hjelp: ta kontakt med Lan/Amund: se kontaktinfo på skjemaet "Tekniske problemer"</a:t>
            </a:r>
          </a:p>
        </p:txBody>
      </p:sp>
    </p:spTree>
    <p:extLst>
      <p:ext uri="{BB962C8B-B14F-4D97-AF65-F5344CB8AC3E}">
        <p14:creationId xmlns:p14="http://schemas.microsoft.com/office/powerpoint/2010/main" val="2961139591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935_TF56160789" id="{5CED7DBD-5EBE-4679-8FF9-F1B1A861906C}" vid="{67043100-C02D-48B6-B8E3-F6637CD9A9A6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kole_x00e5_r xmlns="963f85fc-e05f-4751-96a1-62de7747db11">Alle</Skole_x00e5_r>
    <TaxCatchAll xmlns="cfcf8e6f-8e92-41fe-999b-ed12ee7b4640" xsi:nil="true"/>
    <lcf76f155ced4ddcb4097134ff3c332f xmlns="963f85fc-e05f-4751-96a1-62de7747db11">
      <Terms xmlns="http://schemas.microsoft.com/office/infopath/2007/PartnerControls"/>
    </lcf76f155ced4ddcb4097134ff3c332f>
    <SharedWithUsers xmlns="cfcf8e6f-8e92-41fe-999b-ed12ee7b4640">
      <UserInfo>
        <DisplayName>Irene Sørenes Bru</DisplayName>
        <AccountId>16</AccountId>
        <AccountType/>
      </UserInfo>
      <UserInfo>
        <DisplayName>Anja Helen Steinsland</DisplayName>
        <AccountId>185</AccountId>
        <AccountType/>
      </UserInfo>
      <UserInfo>
        <DisplayName>Sascha Njaa Tjelta</DisplayName>
        <AccountId>6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840CB0A25A1004C9F40ED5862913A7C" ma:contentTypeVersion="20" ma:contentTypeDescription="Opprett et nytt dokument." ma:contentTypeScope="" ma:versionID="f7da1f76e3b871d365053d9c842611b9">
  <xsd:schema xmlns:xsd="http://www.w3.org/2001/XMLSchema" xmlns:xs="http://www.w3.org/2001/XMLSchema" xmlns:p="http://schemas.microsoft.com/office/2006/metadata/properties" xmlns:ns2="963f85fc-e05f-4751-96a1-62de7747db11" xmlns:ns3="cfcf8e6f-8e92-41fe-999b-ed12ee7b4640" targetNamespace="http://schemas.microsoft.com/office/2006/metadata/properties" ma:root="true" ma:fieldsID="a4ad32deedb6dae249eae5e2062e3962" ns2:_="" ns3:_="">
    <xsd:import namespace="963f85fc-e05f-4751-96a1-62de7747db11"/>
    <xsd:import namespace="cfcf8e6f-8e92-41fe-999b-ed12ee7b46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Skole_x00e5_r" minOccurs="0"/>
                <xsd:element ref="ns2:MediaServiceDateTaken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3f85fc-e05f-4751-96a1-62de7747db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Skole_x00e5_r" ma:index="10" nillable="true" ma:displayName="Skoleår" ma:default="Alle" ma:description="Hvilket skoleår gjelder dette?" ma:internalName="Skole_x00e5_r">
      <xsd:simpleType>
        <xsd:restriction base="dms:Text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emerkelapper" ma:readOnly="false" ma:fieldId="{5cf76f15-5ced-4ddc-b409-7134ff3c332f}" ma:taxonomyMulti="true" ma:sspId="77bb5f2b-d4a0-4b54-bd97-63e1ab2bf3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cf8e6f-8e92-41fe-999b-ed12ee7b464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2a474362-9fb3-4499-82e2-d398c6f4a9e5}" ma:internalName="TaxCatchAll" ma:showField="CatchAllData" ma:web="cfcf8e6f-8e92-41fe-999b-ed12ee7b46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1271D2-994B-44DE-AFC9-2E33628F423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108F125-8DE9-4276-8DD1-10BFA243E2E0}">
  <ds:schemaRefs>
    <ds:schemaRef ds:uri="963f85fc-e05f-4751-96a1-62de7747db11"/>
    <ds:schemaRef ds:uri="cfcf8e6f-8e92-41fe-999b-ed12ee7b464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217C958-955D-40F9-9970-A669C64433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63f85fc-e05f-4751-96a1-62de7747db11"/>
    <ds:schemaRef ds:uri="cfcf8e6f-8e92-41fe-999b-ed12ee7b46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2af9dbb-aed9-4c75-94d9-8c097730bf57}" enabled="1" method="Standard" siteId="{026cbe1f-01c4-4698-a566-2fc43ebec73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{A3EB146F-E4A0-4D91-B983-49005D989F21}tf56160789_win32</Template>
  <Application>Microsoft Office PowerPoint</Application>
  <PresentationFormat>Widescreen</PresentationFormat>
  <Slides>15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1_RetrospectVTI</vt:lpstr>
      <vt:lpstr>Eksamen</vt:lpstr>
      <vt:lpstr>Om dagens eksamen</vt:lpstr>
      <vt:lpstr>21.05.25</vt:lpstr>
      <vt:lpstr>Engelsk 2</vt:lpstr>
      <vt:lpstr>Fysikk 2</vt:lpstr>
      <vt:lpstr>Samfunnsøkonomi 2</vt:lpstr>
      <vt:lpstr>Fysikk og Samfunnsøkonomi</vt:lpstr>
      <vt:lpstr>Oppstart</vt:lpstr>
      <vt:lpstr>Før/Under eksamen</vt:lpstr>
      <vt:lpstr>Under eksamen</vt:lpstr>
      <vt:lpstr>Innlevering (alle)</vt:lpstr>
      <vt:lpstr>Innlevering digitalt</vt:lpstr>
      <vt:lpstr>Innlevering på papir</vt:lpstr>
      <vt:lpstr>Elever med utvidet tid</vt:lpstr>
      <vt:lpstr>Trenger dere hjelp?</vt:lpstr>
    </vt:vector>
  </TitlesOfParts>
  <Company>Rogaland fylkeskommune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Eksamen</dc:title>
  <dc:creator>Sascha Njaa Tjelta</dc:creator>
  <cp:revision>3</cp:revision>
  <cp:lastPrinted>2023-05-24T05:20:25Z</cp:lastPrinted>
  <dcterms:created xsi:type="dcterms:W3CDTF">2023-05-18T14:26:21Z</dcterms:created>
  <dcterms:modified xsi:type="dcterms:W3CDTF">2026-03-04T20:04:25Z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0x0101004840CB0A25A1004C9F40ED5862913A7C</vt:lpwstr>
  </property>
  <property fmtid="{D5CDD505-2E9C-101B-9397-08002B2CF9AE}" pid="3" name="MediaServiceImageTags">
    <vt:lpwstr/>
  </property>
</Properties>
</file>